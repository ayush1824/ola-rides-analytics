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" panose="020B0604020202020204" charset="0"/>
      <p:regular r:id="rId13"/>
      <p:bold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LxMYFPL6U13wdrt3sR43kqoJ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C06543-E3CC-495D-A703-477479BDC3B9}">
  <a:tblStyle styleId="{88C06543-E3CC-495D-A703-477479BDC3B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92070D7-4E6F-ABCF-5F94-FAC20FAED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C4495973-88D4-974D-0965-DF099AD0B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94D57A2-5FD6-D6BC-1FCB-D8D0BF768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106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06F142B-067D-F368-11E0-36BE2136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1A1B939-29C8-CC33-1FEE-7BC4C968E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5B5D7B3-6102-DD5D-7A4C-69E59EF22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014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FD8FBF1-41A7-8C85-9542-A6230FE6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C7F2ADE-53AB-0F83-E420-671061425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CACCC98-AD6B-0DF9-4A35-F67E88347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9484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8726A35-23D6-B4C5-738D-F36894DC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51D6AB1-0FC5-7BA9-732C-FB3F159EA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2667FAA-4AC4-84CB-8E3C-A4696D8B2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2441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A4CD81C-9B90-8440-096D-87E06ABC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4B5F242-D585-6D0B-4CF9-5384B05AB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45B2980-BE05-FF94-A958-B82F59036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0601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55776FA-A258-9F26-AE74-32C01495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182D0A7-FCD8-DEA1-9F83-22D360F0C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09A44E8-FB49-5793-8DBE-9543D547F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7908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325EDB4-66F3-5B92-5893-8C74745E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7204F86-7C3E-9025-0CA0-AB8219C3B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8A65D2C-8FCE-9055-468A-124263918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3748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972EED3-3F42-3B1E-F7E6-54D2A5E3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4E44C0D-E00F-D54D-5455-9BB26268D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38289C71-C463-0818-BA5D-E81603966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539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33FFB39-4DAC-8081-FF0F-4E29246B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979C63C-E90E-D0C8-F4EB-7FAB1FF52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645642B-5B64-486A-A4C0-A30CF19530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958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4DCB39-F4DC-7E8D-8B50-6D1D14B0F094}"/>
              </a:ext>
            </a:extLst>
          </p:cNvPr>
          <p:cNvSpPr txBox="1"/>
          <p:nvPr/>
        </p:nvSpPr>
        <p:spPr>
          <a:xfrm>
            <a:off x="3114762" y="147033"/>
            <a:ext cx="8143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Retrieve all successful bookings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F59E62-8C1E-0271-70A9-2C1B8C45D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1029" y="1083487"/>
            <a:ext cx="8106906" cy="35628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9C4D2700-F9F9-0A67-4EC0-D7CE838B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FF92328-E8C2-5539-D731-85AE25B2B7E9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BB9631F7-A540-1D29-8A89-14064499C7D2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D7A263CC-F518-5814-D4B5-4A34BFC16428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2D10810D-7979-EC0E-A22F-E9F93A6F2C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5F28887D-FE80-1449-39BC-1E60B36255E3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E7B573F-5E07-9ED5-2FBA-1C6EE2B347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64C1C023-F341-9F19-3304-C1DED8FCDD8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91FB5-22F8-EAAA-7EEF-6B78115812A9}"/>
              </a:ext>
            </a:extLst>
          </p:cNvPr>
          <p:cNvSpPr txBox="1"/>
          <p:nvPr/>
        </p:nvSpPr>
        <p:spPr>
          <a:xfrm>
            <a:off x="3114762" y="147033"/>
            <a:ext cx="814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Find the average ride distance for each vehicle type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589E2-C079-940C-0ADD-17B5D0A56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762" y="897032"/>
            <a:ext cx="9077238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8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58CA5A8-3B4F-898E-C7F5-391A3D56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6D3EAFBD-1DBD-70F7-3F66-B937AFB0CE5A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C1581A7D-2643-8714-FC43-35A1CC50831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B66E929C-D9F8-DB9D-4CFB-870DDD378EA9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75BC33A2-5CC0-0BD5-3EF0-61062F8E8E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E25BD743-131E-7196-CA91-4BFD661A1CA6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CA2296C2-CD3E-F510-2DA2-0A7BA34746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A29FB94B-E099-2530-F28E-63DFDE477BF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B8D82F-7AA7-2935-89E3-39891EF28374}"/>
              </a:ext>
            </a:extLst>
          </p:cNvPr>
          <p:cNvSpPr txBox="1"/>
          <p:nvPr/>
        </p:nvSpPr>
        <p:spPr>
          <a:xfrm>
            <a:off x="3114762" y="179363"/>
            <a:ext cx="814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Get the total number of cancelled rides by customers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F0D08C-D430-FBD3-1524-66919B3FB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762" y="1255396"/>
            <a:ext cx="7840169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63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0AEC803-15C7-14BE-B281-10D39E6B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3F9C7518-9C9A-D348-0E2B-C089C5561FED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480E50EC-277E-B49D-82E9-4CC02D8B1BF6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43C97BDE-4375-13DB-7758-5643DFA2E56F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1034CC26-38D1-A0E3-A1C4-662F210450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CF83F8B1-DC4F-EC9F-561C-DF2FF1EA254E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3D95AF0-F97E-68F7-79A2-D7FED968056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D192F9AB-CF2F-4489-ADFC-083BE549A2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3C2DA-D81C-73CA-FBB6-CA53D1FDB57D}"/>
              </a:ext>
            </a:extLst>
          </p:cNvPr>
          <p:cNvSpPr txBox="1"/>
          <p:nvPr/>
        </p:nvSpPr>
        <p:spPr>
          <a:xfrm>
            <a:off x="3114762" y="147033"/>
            <a:ext cx="8143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4. List the top 5 customers who booked the highest number of rides</a:t>
            </a:r>
            <a:br>
              <a:rPr lang="en-US" sz="2000" dirty="0"/>
            </a:b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0E4AFF-E39C-13CD-EDF0-167DCFFFF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762" y="1439695"/>
            <a:ext cx="5010849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7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C161CCB-2EB2-94EC-0524-F65B2BD82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4606FD64-B50B-62B3-C2B0-B4320751F555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CDE08120-5D37-90BF-2537-D2017E63A891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A8A82B19-86EA-3F84-E199-5552392B583C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6C0D6E59-0EA1-A1FA-07B3-1E29D322BA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3D6D6442-BB9C-DF8B-0527-1179BCD6DFB0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580720BF-3AE1-31B7-B1E7-DF9C2065C7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225B8FED-BD20-753D-F8D1-7351EC37434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754CE0-3ABE-C72D-C470-DCCF4E5DC16A}"/>
              </a:ext>
            </a:extLst>
          </p:cNvPr>
          <p:cNvSpPr txBox="1"/>
          <p:nvPr/>
        </p:nvSpPr>
        <p:spPr>
          <a:xfrm>
            <a:off x="3114762" y="147033"/>
            <a:ext cx="8143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5. Get the number of rides cancelled by drivers due to personal and car-related issues</a:t>
            </a:r>
          </a:p>
          <a:p>
            <a:br>
              <a:rPr lang="en-US" sz="1600" dirty="0"/>
            </a:b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75673-A5D9-7541-8091-2D5FD3CAD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762" y="1439695"/>
            <a:ext cx="6620799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B3B921C-13DD-7832-0BAD-095A5794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80382022-FB75-6C39-F3B3-B0356184D456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BB02AD00-C916-4094-1521-47061A572B90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4D7ED8A9-50E2-EDCD-7264-48585C0F5ADE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3206BC8E-DA7F-686C-033B-793FD423F5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77830BFC-AE7D-1576-147D-4291764215D7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5003DF3-3B17-D275-604C-FE08FB1EEE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17154087-9FBA-0899-A168-7F734A7A83D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A1885E-F545-179C-DD41-4DD0D40D5248}"/>
              </a:ext>
            </a:extLst>
          </p:cNvPr>
          <p:cNvSpPr txBox="1"/>
          <p:nvPr/>
        </p:nvSpPr>
        <p:spPr>
          <a:xfrm>
            <a:off x="3114762" y="147033"/>
            <a:ext cx="814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6. Find the maximum and minimum driver ratings for Prime Sedan bookings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92052-CD7B-1AD1-2F6F-A2066A383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762" y="1375987"/>
            <a:ext cx="7344800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7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D71680C4-A039-4C45-A8B4-28BF6FB7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B1CA4DA0-7304-6FF5-4493-0FCDDA2D0D7B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B5FD2687-2F10-884D-AE63-980BDAA0DC89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6638F839-9A00-35B3-4AD2-94D67DE103C6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89586114-1B11-F5B2-D275-B163A42AF4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29C10375-BB37-E9F5-33AC-C94F945737B6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8A6D6764-66BB-A9BD-8C79-A663C6A188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CD4D8F28-88B5-E1FC-0116-6B20FA2CEB3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323E3-0367-0AB1-9228-9B0710D49816}"/>
              </a:ext>
            </a:extLst>
          </p:cNvPr>
          <p:cNvSpPr txBox="1"/>
          <p:nvPr/>
        </p:nvSpPr>
        <p:spPr>
          <a:xfrm>
            <a:off x="3114762" y="147033"/>
            <a:ext cx="814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7. Retrieve all rides where payment was made using UPI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0818A7-87D0-5122-CEAE-18444CCC0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762" y="1083487"/>
            <a:ext cx="6516009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7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BBC00F9-8990-CABA-1AE7-2E7056F6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6FD982EF-AAEF-AC20-3F45-0E40A6FCA379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F3853466-127D-EA81-59CC-4AC20AA3E149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48A6E132-3DE4-5B1F-4DBF-A2FA1DADF255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90FF29A5-50B4-2B90-BC44-A3405AB355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8D624B73-A23B-9E46-9ABE-D2E587608E7A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EE1AAEB-8894-AFDF-3BD0-184CD892D9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F4465280-1288-61A6-52E9-9E234C16528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87CF1B-BECA-E655-D8BD-D8324418B5A9}"/>
              </a:ext>
            </a:extLst>
          </p:cNvPr>
          <p:cNvSpPr txBox="1"/>
          <p:nvPr/>
        </p:nvSpPr>
        <p:spPr>
          <a:xfrm>
            <a:off x="3114762" y="147033"/>
            <a:ext cx="814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8. Find the average customer rating per vehicle type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C0858-E54F-480A-5799-F8516E469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762" y="968454"/>
            <a:ext cx="6782747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9851509-80FE-F92C-4B81-7E0E18EF6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F2AC2BC-C03C-F2F3-FA51-34EDFAF1C8BC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A00788CD-AC40-0385-105C-4E7F099700D4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2ADDFEF0-5EF9-68CF-D7B6-7532B50A2FAC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30373E0C-8301-2998-8D93-C8A4A343B0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4D0CB3C3-3291-347E-4DA3-C3B9AC4B349A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E3283EB-3342-B925-99A1-DA24B241C4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1928251B-B071-BB81-5EF0-0C040A9CECF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410645-F3A6-FCD2-3A05-85C1C8675A66}"/>
              </a:ext>
            </a:extLst>
          </p:cNvPr>
          <p:cNvSpPr txBox="1"/>
          <p:nvPr/>
        </p:nvSpPr>
        <p:spPr>
          <a:xfrm>
            <a:off x="3114762" y="147033"/>
            <a:ext cx="81431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9. Calculate the total booking value of rides completed successfully</a:t>
            </a:r>
          </a:p>
          <a:p>
            <a:br>
              <a:rPr lang="en-US" sz="2000" dirty="0"/>
            </a:b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84FD18-764D-A530-7682-E4DC9DEEF0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762" y="1393088"/>
            <a:ext cx="9077238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0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BB262DA1-9A08-CF5C-1F37-59A0E1BC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2D27F14D-B353-2FC5-C9C9-F550D75850AE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FCF5B18D-9F2C-14C8-AC4B-700EDF008982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65957B79-03D6-DE98-AE29-8F702FF17242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7431B581-37F0-6D4A-1F47-DCC5A55CBE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3C6C5AB4-EFB0-0B4B-AED1-794BB39894AC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04C1A613-F750-38AC-4798-FF4D143F74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2638E918-D865-7BA6-13A4-7467803673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6308C3-E715-98C4-45C9-B6E95D0BA5FA}"/>
              </a:ext>
            </a:extLst>
          </p:cNvPr>
          <p:cNvSpPr txBox="1"/>
          <p:nvPr/>
        </p:nvSpPr>
        <p:spPr>
          <a:xfrm>
            <a:off x="3114762" y="147033"/>
            <a:ext cx="8143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10. List all incomplete rides along with the reason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568A62-192A-28AF-C356-C8E4FC3E3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4" y="877266"/>
            <a:ext cx="6925642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0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Widescreen</PresentationFormat>
  <Paragraphs>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Poppins</vt:lpstr>
      <vt:lpstr>Arial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Vishal Gajanan</dc:creator>
  <cp:lastModifiedBy>Ayush Verma</cp:lastModifiedBy>
  <cp:revision>1</cp:revision>
  <dcterms:created xsi:type="dcterms:W3CDTF">2024-10-05T18:58:27Z</dcterms:created>
  <dcterms:modified xsi:type="dcterms:W3CDTF">2025-09-27T04:46:01Z</dcterms:modified>
</cp:coreProperties>
</file>